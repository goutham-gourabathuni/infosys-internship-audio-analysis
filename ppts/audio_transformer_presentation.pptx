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Transformers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 are neural network architectures based on self-attention.</a:t>
            </a:r>
          </a:p>
          <a:p>
            <a:r>
              <a:t>- Process sequences in parallel</a:t>
            </a:r>
          </a:p>
          <a:p>
            <a:r>
              <a:t>- Capture long‑range dependencies</a:t>
            </a:r>
          </a:p>
          <a:p>
            <a:r>
              <a:t>- First introduced in NLP, now applied across domains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Transformers Are Used for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 help audio tasks because:</a:t>
            </a:r>
          </a:p>
          <a:p>
            <a:r>
              <a:t>- They model temporal dependencies effectively</a:t>
            </a:r>
          </a:p>
          <a:p>
            <a:r>
              <a:t>- Self-attention handles variable-length signals</a:t>
            </a:r>
          </a:p>
          <a:p>
            <a:r>
              <a:t>- Better performance than CNN/RNN models in many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Audio 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**Wav2Vec2** – Self‑supervised speech representation learning</a:t>
            </a:r>
          </a:p>
          <a:p>
            <a:r>
              <a:t>2. **HuBERT** – Masked prediction using hidden units</a:t>
            </a:r>
          </a:p>
          <a:p>
            <a:r>
              <a:t>3. **Whisper** – Large-scale speech recognition and translation</a:t>
            </a:r>
          </a:p>
          <a:p>
            <a:r>
              <a:t>4. **AST (Audio Spectrogram Transformer)** – Transformer applied to audio spectrograms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 (Text-Based)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Audio → Feature Extraction (e.g., spectrogram/waveform frames)</a:t>
            </a:r>
          </a:p>
          <a:p>
            <a:r>
              <a:t>→ Patch/Frame Embeddings → Positional Encoding</a:t>
            </a:r>
          </a:p>
          <a:p>
            <a:r>
              <a:t>→ Transformer Encoder (multi-head attention + feed-forward layers × N)</a:t>
            </a:r>
          </a:p>
          <a:p>
            <a:r>
              <a:t>→ Output Layer (ASR, classification, embedding,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Transformers Fit Your Audio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 can:</a:t>
            </a:r>
          </a:p>
          <a:p>
            <a:r>
              <a:t>- Extract rich speech/audio embeddings</a:t>
            </a:r>
          </a:p>
          <a:p>
            <a:r>
              <a:t>- Enable classification, detection, transcription</a:t>
            </a:r>
          </a:p>
          <a:p>
            <a:r>
              <a:t>- Be fine‑tuned for custom datasets</a:t>
            </a:r>
          </a:p>
          <a:p>
            <a:r>
              <a:t>- Provide robust performance in noisy audio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raw audio</a:t>
            </a:r>
          </a:p>
          <a:p>
            <a:r>
              <a:t>2. Preprocess/convert to spectrogram or frames</a:t>
            </a:r>
          </a:p>
          <a:p>
            <a:r>
              <a:t>3. Feed into transformer model</a:t>
            </a:r>
          </a:p>
          <a:p>
            <a:r>
              <a:t>4. Extract embeddings or predictions</a:t>
            </a:r>
          </a:p>
          <a:p>
            <a:r>
              <a:t>5. Post-process results (e.g., labels, transcripts)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Summary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steps in code:</a:t>
            </a:r>
          </a:p>
          <a:p>
            <a:r>
              <a:t>```</a:t>
            </a:r>
          </a:p>
          <a:p>
            <a:r>
              <a:t>from transformers import Wav2Vec2Processor, Wav2Vec2Model</a:t>
            </a:r>
          </a:p>
          <a:p>
            <a:r>
              <a:t>processor = Wav2Vec2Processor.from_pretrained('facebook/wav2vec2-base')</a:t>
            </a:r>
          </a:p>
          <a:p>
            <a:r>
              <a:t>model = Wav2Vec2Model.from_pretrained('facebook/wav2vec2-base')</a:t>
            </a:r>
          </a:p>
          <a:p>
            <a:r>
              <a:t>inputs = processor(audio, sampling_rate=16000, return_tensors='pt')</a:t>
            </a:r>
          </a:p>
          <a:p>
            <a:r>
              <a:t>outputs = model(inputs.input_values)</a:t>
            </a:r>
          </a:p>
          <a:p>
            <a:r>
              <a:t>```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