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9144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 Pipeline After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steps after cleaning and preprocessing text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Feature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Bag of Words</a:t>
            </a:r>
          </a:p>
          <a:p>
            <a:r>
              <a:t>- TF-IDF</a:t>
            </a:r>
          </a:p>
          <a:p>
            <a:r>
              <a:t>- Word Embeddings (Word2Vec, GloVe)</a:t>
            </a:r>
          </a:p>
          <a:p>
            <a:r>
              <a:t>- Contextual Embeddings (BERT)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Machine Learning: Logistic Regression, SVM, Naive Bayes</a:t>
            </a:r>
          </a:p>
          <a:p>
            <a:r>
              <a:t>- Deep Learning: LSTM, GRU, Transformers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Task-Specific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Text Classification</a:t>
            </a:r>
          </a:p>
          <a:p>
            <a:r>
              <a:t>- NER</a:t>
            </a:r>
          </a:p>
          <a:p>
            <a:r>
              <a:t>- Sentiment Analysis</a:t>
            </a:r>
          </a:p>
          <a:p>
            <a:r>
              <a:t>- Machine Translation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Train/validation split</a:t>
            </a:r>
          </a:p>
          <a:p>
            <a:r>
              <a:t>- Loss function &amp; optimizer</a:t>
            </a:r>
          </a:p>
          <a:p>
            <a:r>
              <a:t>- Fine-tuning for deep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Accuracy, Precision, Recall, F1-score</a:t>
            </a:r>
          </a:p>
          <a:p>
            <a:r>
              <a:t>- Confusion Matrix</a:t>
            </a:r>
          </a:p>
          <a:p>
            <a:r>
              <a:t>- BLEU/ROUGE for translation &amp; summarization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Hyperparameter tuning</a:t>
            </a:r>
          </a:p>
          <a:p>
            <a:r>
              <a:t>- Regularization</a:t>
            </a:r>
          </a:p>
          <a:p>
            <a:r>
              <a:t>- Early Stopping</a:t>
            </a:r>
          </a:p>
          <a:p>
            <a:r>
              <a:t>- Learning rate scheduling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Deployment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REST API</a:t>
            </a:r>
          </a:p>
          <a:p>
            <a:r>
              <a:t>- Model serving</a:t>
            </a:r>
          </a:p>
          <a:p>
            <a:r>
              <a:t>- Track performance &amp; data drift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